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1pPr>
    <a:lvl2pPr marL="278526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2pPr>
    <a:lvl3pPr marL="557052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3pPr>
    <a:lvl4pPr marL="835579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4pPr>
    <a:lvl5pPr marL="1114105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5pPr>
    <a:lvl6pPr marL="1392631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6pPr>
    <a:lvl7pPr marL="1671157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7pPr>
    <a:lvl8pPr marL="1949684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8pPr>
    <a:lvl9pPr marL="2228210" algn="l" defTabSz="557052" rtl="0" eaLnBrk="1" latinLnBrk="0" hangingPunct="1">
      <a:defRPr sz="109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5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0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5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4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9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5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46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32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14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3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6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1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06657-DC4C-419D-862D-FD4EE9371BB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B56B6-93FA-42BF-A86A-547D46638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76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7523" y="1059204"/>
            <a:ext cx="1800493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1400" dirty="0"/>
              <a:t>void setup() {</a:t>
            </a:r>
          </a:p>
          <a:p>
            <a:r>
              <a:rPr lang="en-IN" sz="1400" dirty="0" err="1"/>
              <a:t>pinMode</a:t>
            </a:r>
            <a:r>
              <a:rPr lang="en-IN" sz="1400" dirty="0"/>
              <a:t>(2, OUTPUT);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/>
            </a:r>
            <a:br>
              <a:rPr lang="en-IN" sz="1400" dirty="0"/>
            </a:br>
            <a:r>
              <a:rPr lang="en-IN" sz="1400" dirty="0"/>
              <a:t>void loop() {</a:t>
            </a:r>
          </a:p>
          <a:p>
            <a:r>
              <a:rPr lang="en-IN" sz="1400" dirty="0" err="1"/>
              <a:t>digitalWrite</a:t>
            </a:r>
            <a:r>
              <a:rPr lang="en-IN" sz="1400" dirty="0"/>
              <a:t>(2, HIGH);</a:t>
            </a:r>
          </a:p>
          <a:p>
            <a:r>
              <a:rPr lang="en-IN" sz="1400" dirty="0"/>
              <a:t>delay(1000);</a:t>
            </a:r>
          </a:p>
          <a:p>
            <a:r>
              <a:rPr lang="en-IN" sz="1400" dirty="0" err="1"/>
              <a:t>digitalWrite</a:t>
            </a:r>
            <a:r>
              <a:rPr lang="en-IN" sz="1400" dirty="0"/>
              <a:t>(2, LOW);</a:t>
            </a:r>
          </a:p>
          <a:p>
            <a:r>
              <a:rPr lang="en-IN" sz="1400" dirty="0"/>
              <a:t>delay(1000);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/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2638016" y="272152"/>
            <a:ext cx="133562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1.LED BLINKING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606" y="1059204"/>
            <a:ext cx="2688256" cy="22530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6550" y="3736860"/>
            <a:ext cx="173855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LED PUSH BUTTON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06" y="4535993"/>
            <a:ext cx="3223116" cy="25036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1707" y="4161465"/>
            <a:ext cx="2372124" cy="46166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1400" dirty="0" err="1"/>
              <a:t>int</a:t>
            </a:r>
            <a:r>
              <a:rPr lang="en-IN" sz="1400" dirty="0"/>
              <a:t> button =0;</a:t>
            </a:r>
          </a:p>
          <a:p>
            <a:r>
              <a:rPr lang="en-IN" sz="1400" dirty="0"/>
              <a:t/>
            </a:r>
            <a:br>
              <a:rPr lang="en-IN" sz="1400" dirty="0"/>
            </a:br>
            <a:r>
              <a:rPr lang="en-IN" sz="1400" dirty="0"/>
              <a:t>void setup() {</a:t>
            </a:r>
          </a:p>
          <a:p>
            <a:r>
              <a:rPr lang="en-IN" sz="1400" dirty="0"/>
              <a:t>  </a:t>
            </a:r>
            <a:r>
              <a:rPr lang="en-IN" sz="1400" dirty="0" err="1"/>
              <a:t>pinMode</a:t>
            </a:r>
            <a:r>
              <a:rPr lang="en-IN" sz="1400" dirty="0"/>
              <a:t>(19, OUTPUT);</a:t>
            </a:r>
          </a:p>
          <a:p>
            <a:r>
              <a:rPr lang="en-IN" sz="1400" dirty="0"/>
              <a:t>  </a:t>
            </a:r>
            <a:r>
              <a:rPr lang="en-IN" sz="1400" dirty="0" err="1"/>
              <a:t>pinMode</a:t>
            </a:r>
            <a:r>
              <a:rPr lang="en-IN" sz="1400" dirty="0"/>
              <a:t>(4, INPUT_PULLUP);</a:t>
            </a:r>
          </a:p>
          <a:p>
            <a:r>
              <a:rPr lang="en-IN" sz="1400" dirty="0"/>
              <a:t>  </a:t>
            </a:r>
            <a:r>
              <a:rPr lang="en-IN" sz="1400" b="1" dirty="0" err="1"/>
              <a:t>Serial</a:t>
            </a:r>
            <a:r>
              <a:rPr lang="en-IN" sz="1400" dirty="0" err="1"/>
              <a:t>.begin</a:t>
            </a:r>
            <a:r>
              <a:rPr lang="en-IN" sz="1400" dirty="0"/>
              <a:t>(9600);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/>
            </a:r>
            <a:br>
              <a:rPr lang="en-IN" sz="1400" dirty="0"/>
            </a:br>
            <a:r>
              <a:rPr lang="en-IN" sz="1400" dirty="0"/>
              <a:t>void loop() {</a:t>
            </a:r>
          </a:p>
          <a:p>
            <a:r>
              <a:rPr lang="en-IN" sz="1400" dirty="0"/>
              <a:t>button=</a:t>
            </a:r>
            <a:r>
              <a:rPr lang="en-IN" sz="1400" dirty="0" err="1"/>
              <a:t>digitalRead</a:t>
            </a:r>
            <a:r>
              <a:rPr lang="en-IN" sz="1400" dirty="0"/>
              <a:t>(4);</a:t>
            </a:r>
          </a:p>
          <a:p>
            <a:r>
              <a:rPr lang="en-IN" sz="1400" dirty="0"/>
              <a:t>if(button==LOW)</a:t>
            </a:r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  </a:t>
            </a:r>
            <a:r>
              <a:rPr lang="en-IN" sz="1400" dirty="0" err="1"/>
              <a:t>digitalWrite</a:t>
            </a:r>
            <a:r>
              <a:rPr lang="en-IN" sz="1400" dirty="0"/>
              <a:t>(19, HIGH);</a:t>
            </a:r>
          </a:p>
          <a:p>
            <a:r>
              <a:rPr lang="en-IN" sz="1400" dirty="0"/>
              <a:t>  </a:t>
            </a:r>
            <a:r>
              <a:rPr lang="en-IN" sz="1400" b="1" dirty="0" err="1"/>
              <a:t>Serial</a:t>
            </a:r>
            <a:r>
              <a:rPr lang="en-IN" sz="1400" dirty="0" err="1"/>
              <a:t>.println</a:t>
            </a:r>
            <a:r>
              <a:rPr lang="en-IN" sz="1400" dirty="0"/>
              <a:t>("LED IS ON");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>else</a:t>
            </a:r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  </a:t>
            </a:r>
            <a:r>
              <a:rPr lang="en-IN" sz="1400" dirty="0" err="1"/>
              <a:t>digitalWrite</a:t>
            </a:r>
            <a:r>
              <a:rPr lang="en-IN" sz="1400" dirty="0"/>
              <a:t>(19, LOW);</a:t>
            </a:r>
          </a:p>
          <a:p>
            <a:r>
              <a:rPr lang="en-IN" sz="1400" dirty="0"/>
              <a:t>  </a:t>
            </a:r>
            <a:r>
              <a:rPr lang="en-IN" sz="1400" b="1" dirty="0" err="1"/>
              <a:t>Serial</a:t>
            </a:r>
            <a:r>
              <a:rPr lang="en-IN" sz="1400" dirty="0" err="1"/>
              <a:t>.println</a:t>
            </a:r>
            <a:r>
              <a:rPr lang="en-IN" sz="1400" dirty="0"/>
              <a:t>("LED IS OFF");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307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1445" y="254625"/>
            <a:ext cx="170752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POTENTIOMETER 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2757" y="1241988"/>
            <a:ext cx="2832448" cy="2455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analogRead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intensity =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4095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analogWrite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intensity);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(intensity);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53" y="923267"/>
            <a:ext cx="3866964" cy="27771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24738" y="4351432"/>
            <a:ext cx="126829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LDR SENSOR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0225" y="5532435"/>
            <a:ext cx="4309027" cy="3785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LDRStatus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analogRead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LDRStatus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"Current light intensity value is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LDRStatus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"Current light intensity value is -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LDRStatus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887" y="4783749"/>
            <a:ext cx="3656829" cy="25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0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98172" y="460097"/>
            <a:ext cx="19351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PIR  MOTION SENSOR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904" y="767874"/>
            <a:ext cx="3429000" cy="41442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motion 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motion =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digitalRead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(motion ==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"Motion Detected"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"Motion Not Detected"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29" y="846320"/>
            <a:ext cx="3501025" cy="26717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60351" y="4682754"/>
            <a:ext cx="24107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T</a:t>
            </a:r>
            <a:r>
              <a:rPr lang="en-IN" sz="1400" dirty="0" err="1" smtClean="0"/>
              <a:t>emperature</a:t>
            </a:r>
            <a:r>
              <a:rPr lang="en-IN" sz="1400" dirty="0" smtClean="0"/>
              <a:t> </a:t>
            </a:r>
            <a:r>
              <a:rPr lang="en-IN" sz="1400" dirty="0"/>
              <a:t>Measurement 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9122" y="4990531"/>
            <a:ext cx="4746320" cy="5326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DHT.h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DHT22PIN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endParaRPr lang="en-IN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(DHT22PIN, DHT22);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ESP32!"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dht.readHumidity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temp =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dht.readTemperature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"Temperature: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(temp);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"°C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"Humidity: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(temp &gt;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(temp &lt;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068" y="6062748"/>
            <a:ext cx="3614746" cy="276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3164" y="413033"/>
            <a:ext cx="2626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 </a:t>
            </a:r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Distance MEASUREMENT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6533" y="939906"/>
            <a:ext cx="3429000" cy="48195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distance;</a:t>
            </a: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duration;</a:t>
            </a:r>
          </a:p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delayMicroseconds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duration =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pulseIn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distance = duration *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0.017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(distance &lt;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"distance: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(distance);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cm"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50" y="1164920"/>
            <a:ext cx="3830547" cy="32736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75565" y="5374709"/>
            <a:ext cx="2626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8.GAS DETECTION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8664" y="5759430"/>
            <a:ext cx="3429000" cy="38065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gasValue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analogRead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"Gas Sensor Value: 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gasValue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gasValue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"Danger! Gas leak Detected!"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0979C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"Environment safe"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09" y="6203540"/>
            <a:ext cx="3471288" cy="22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2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8213" y="538294"/>
            <a:ext cx="1412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 SERVOMOTOR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09247" y="1433485"/>
            <a:ext cx="3429000" cy="41442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ESP32Servo.h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servoPin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servo.attach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servoPin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smtClean="0">
                <a:solidFill>
                  <a:srgbClr val="5E6D03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servo.</a:t>
            </a:r>
            <a:r>
              <a:rPr lang="en-IN" b="0" dirty="0" err="1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smtClean="0">
                <a:solidFill>
                  <a:srgbClr val="E97366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27" y="5577696"/>
            <a:ext cx="4584240" cy="318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91</Words>
  <Application>Microsoft Office PowerPoint</Application>
  <PresentationFormat>A4 Paper (210x297 mm)</PresentationFormat>
  <Paragraphs>180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Pranav</dc:creator>
  <cp:lastModifiedBy>Pranav</cp:lastModifiedBy>
  <cp:revision>3</cp:revision>
  <dcterms:created xsi:type="dcterms:W3CDTF">2026-04-19T08:53:13Z</dcterms:created>
  <dcterms:modified xsi:type="dcterms:W3CDTF">2026-04-19T09:16:44Z</dcterms:modified>
</cp:coreProperties>
</file>